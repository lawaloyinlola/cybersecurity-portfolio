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9860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hash been reported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The file hash has been reported as malicious by 51 of 69 security vendors, with a community score of -297. It is identified as the malware Flagpro (threat label trojan.flagpro/fragtor), which is associated with the advanced threat actor BlackTech. The file masquerades as a legitimate Windows file, bfsvc.exe, but is unsigned, and sandbox analysis observed process injection, sandbox evasion, and command-and-control activity.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i="0" sz="17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 and control (T1071)</a:t>
            </a:r>
            <a:endParaRPr b="0"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Process injection (T1055)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HTTP Requests</a:t>
            </a:r>
            <a:endParaRPr b="0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org.misecure.com</a:t>
            </a:r>
            <a:endParaRPr b="0"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207.148.109.242</a:t>
            </a:r>
            <a:endParaRPr b="0"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287d612e29b71c90aa54947313810a25</a:t>
            </a:r>
            <a:endParaRPr b="0"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